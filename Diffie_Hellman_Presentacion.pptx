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Algoritmo de Diffie-Hellman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Cómo establecer secretos en un mundo inseguro</a:t>
            </a:r>
          </a:p>
          <a:p>
            <a:r>
              <a:t>Presentación para Estudiantes Universitarios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El Problema de la Clave Compartida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Cifrado César: Un método clásico donde cada letra se desplaza 'n' posiciones.</a:t>
            </a:r>
          </a:p>
          <a:p>
            <a:pPr/>
            <a:r>
              <a:t>Para que Alice y Bob se comuniquen, ambos deben conocer el valor de 'n' (la clave).</a:t>
            </a:r>
          </a:p>
          <a:p>
            <a:pPr/>
            <a:r>
              <a:t>Problema fundamental: ¿Cómo comparten esa clave 'n' de forma segura sin que un tercero la intercepte?</a:t>
            </a:r>
          </a:p>
          <a:p>
            <a:pPr/>
            <a:r>
              <a:t>Si Alice envía la clave por email, un atacante (Eve) que intercepte el correo, leerá todo.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El Desafío: El atacante escucha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Imagina que estamos en una red pública (internet).</a:t>
            </a:r>
          </a:p>
          <a:p>
            <a:pPr/>
            <a:r>
              <a:t>Todo lo que envías puede ser 'visto' por otros.</a:t>
            </a:r>
          </a:p>
          <a:p>
            <a:pPr/>
            <a:r>
              <a:t>La pregunta es: ¿Podemos acordar un secreto compartido si el canal de comunicación es totalmente público y transparente?</a:t>
            </a:r>
          </a:p>
          <a:p>
            <a:pPr/>
            <a:r>
              <a:t>Cualquier algoritmo que requiera que ambos 'sepan' la clave de antemano es vulnerable si alguien escucha el proceso de intercambio.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Diffie-Hellman: La Idea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Propuesto por Whitfield Diffie y Martin Hellman en 1976.</a:t>
            </a:r>
          </a:p>
          <a:p>
            <a:pPr/>
            <a:r>
              <a:t>Concepto revolucionario: No necesitamos enviarnos la clave secreta.</a:t>
            </a:r>
          </a:p>
          <a:p>
            <a:pPr/>
            <a:r>
              <a:t>Ambas partes pueden construir una clave compartida a partir de información pública.</a:t>
            </a:r>
          </a:p>
          <a:p>
            <a:pPr/>
            <a:r>
              <a:t>Es como mezclar pinturas: es fácil mezclar colores, pero casi imposible separar la mezcla original de un color resultante.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Teoría: La Magia de la Aritmética Modular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algoritmo se basa en la dificultad de resolver el 'Problema del Logaritmo Discreto'.</a:t>
            </a:r>
          </a:p>
          <a:p>
            <a:pPr/>
            <a:r>
              <a:t>1. Alice y Bob acuerdan dos números públicos: un número primo grande (p) y una base (g).</a:t>
            </a:r>
          </a:p>
          <a:p>
            <a:pPr/>
            <a:r>
              <a:t>2. Alice elige un número secreto 'a'. Calcula A = g^a mod p.</a:t>
            </a:r>
          </a:p>
          <a:p>
            <a:pPr/>
            <a:r>
              <a:t>3. Bob elige un número secreto 'b'. Calcula B = g^b mod p.</a:t>
            </a:r>
          </a:p>
          <a:p>
            <a:pPr/>
            <a:r>
              <a:t>4. Intercambian A y B públicamente.</a:t>
            </a:r>
          </a:p>
          <a:p>
            <a:pPr/>
            <a:r>
              <a:t>5. Alice calcula (B)^a mod p = K.</a:t>
            </a:r>
          </a:p>
          <a:p>
            <a:pPr/>
            <a:r>
              <a:t>6. Bob calcula (A)^b mod p = K.</a:t>
            </a:r>
          </a:p>
          <a:p>
            <a:pPr/>
            <a:r>
              <a:t>Ambos terminan con el mismo número K, el cual nunca fue enviado por la 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Ejemplo Numérico (Simplificado)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Usaremos números pequeños para entender el flujo:</a:t>
            </a:r>
          </a:p>
          <a:p>
            <a:pPr/>
            <a:r>
              <a:t>Parámetros públicos: p = 23, g = 5.</a:t>
            </a:r>
          </a:p>
          <a:p>
            <a:pPr/>
            <a:r>
              <a:t>Alice elige secreto 'a = 6'. Calcula: 5^6 mod 23 = 15625 mod 23 = 8. Alice envía 8.</a:t>
            </a:r>
          </a:p>
          <a:p>
            <a:pPr/>
            <a:r>
              <a:t>Bob elige secreto 'b = 15'. Calcula: 5^15 mod 23 = 19. Bob envía 19.</a:t>
            </a:r>
          </a:p>
          <a:p>
            <a:pPr/>
            <a:r>
              <a:t>Alice recibe 19 y calcula: 19^6 mod 23 = 2.</a:t>
            </a:r>
          </a:p>
          <a:p>
            <a:pPr/>
            <a:r>
              <a:t>Bob recibe 8 y calcula: 8^15 mod 23 = 2.</a:t>
            </a:r>
          </a:p>
          <a:p>
            <a:pPr/>
            <a:r>
              <a:t>¡Resultado! Ambos tienen la clave secreta 2 sin haberla compartido.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¿Por qué no puede descifrarlo el atacante?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atacante (Eve) ve: p=23, g=5, A=8, B=19.</a:t>
            </a:r>
          </a:p>
          <a:p>
            <a:pPr/>
            <a:r>
              <a:t>Para obtener la clave, Eve tendría que resolver: 5^a = 8 mod 23.</a:t>
            </a:r>
          </a:p>
          <a:p>
            <a:pPr/>
            <a:r>
              <a:t>En números pequeños es fácil adivinar.</a:t>
            </a:r>
          </a:p>
          <a:p>
            <a:pPr/>
            <a:r>
              <a:t>En la vida real, 'p' tiene cientos de dígitos.</a:t>
            </a:r>
          </a:p>
          <a:p>
            <a:pPr/>
            <a:r>
              <a:t>No existe un algoritmo eficiente para revertir esta operación (Logaritmo discreto) en tiempos razonables, ni siquiera con supercomputadoras.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